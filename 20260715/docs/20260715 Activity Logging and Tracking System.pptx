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7" r:id="rId1"/>
  </p:sldMasterIdLst>
  <p:notesMasterIdLst>
    <p:notesMasterId r:id="rId6"/>
  </p:notesMasterIdLst>
  <p:sldIdLst>
    <p:sldId id="256" r:id="rId2"/>
    <p:sldId id="257" r:id="rId3"/>
    <p:sldId id="259" r:id="rId4"/>
    <p:sldId id="258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1200"/>
    <a:srgbClr val="ECECEC"/>
    <a:srgbClr val="E6E6E6"/>
    <a:srgbClr val="F2F2F2"/>
    <a:srgbClr val="696969"/>
    <a:srgbClr val="8278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40918B0-3035-4749-8F4A-AA3120F4CAB8}" v="11" dt="2026-07-16T18:38:26.70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562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390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ander Parnes" userId="e1e3edd15e31d346" providerId="LiveId" clId="{D753EBD0-A63D-45D8-AF06-98FC41C7C6B2}"/>
    <pc:docChg chg="undo custSel addSld delSld modSld">
      <pc:chgData name="Alexander Parnes" userId="e1e3edd15e31d346" providerId="LiveId" clId="{D753EBD0-A63D-45D8-AF06-98FC41C7C6B2}" dt="2026-07-16T18:39:37.409" v="731" actId="14100"/>
      <pc:docMkLst>
        <pc:docMk/>
      </pc:docMkLst>
      <pc:sldChg chg="modSp mod">
        <pc:chgData name="Alexander Parnes" userId="e1e3edd15e31d346" providerId="LiveId" clId="{D753EBD0-A63D-45D8-AF06-98FC41C7C6B2}" dt="2026-07-16T16:55:14.437" v="41" actId="20577"/>
        <pc:sldMkLst>
          <pc:docMk/>
          <pc:sldMk cId="3194039782" sldId="256"/>
        </pc:sldMkLst>
        <pc:spChg chg="mod">
          <ac:chgData name="Alexander Parnes" userId="e1e3edd15e31d346" providerId="LiveId" clId="{D753EBD0-A63D-45D8-AF06-98FC41C7C6B2}" dt="2026-07-16T16:55:07.934" v="34" actId="14100"/>
          <ac:spMkLst>
            <pc:docMk/>
            <pc:sldMk cId="3194039782" sldId="256"/>
            <ac:spMk id="15" creationId="{00000000-0000-0000-0000-000000000000}"/>
          </ac:spMkLst>
        </pc:spChg>
        <pc:spChg chg="mod">
          <ac:chgData name="Alexander Parnes" userId="e1e3edd15e31d346" providerId="LiveId" clId="{D753EBD0-A63D-45D8-AF06-98FC41C7C6B2}" dt="2026-07-16T16:55:14.437" v="41" actId="20577"/>
          <ac:spMkLst>
            <pc:docMk/>
            <pc:sldMk cId="3194039782" sldId="256"/>
            <ac:spMk id="16" creationId="{00000000-0000-0000-0000-000000000000}"/>
          </ac:spMkLst>
        </pc:spChg>
      </pc:sldChg>
      <pc:sldChg chg="addSp delSp modSp new mod modClrScheme chgLayout">
        <pc:chgData name="Alexander Parnes" userId="e1e3edd15e31d346" providerId="LiveId" clId="{D753EBD0-A63D-45D8-AF06-98FC41C7C6B2}" dt="2026-07-16T18:39:37.409" v="731" actId="14100"/>
        <pc:sldMkLst>
          <pc:docMk/>
          <pc:sldMk cId="3303565422" sldId="257"/>
        </pc:sldMkLst>
        <pc:spChg chg="del mod ord">
          <ac:chgData name="Alexander Parnes" userId="e1e3edd15e31d346" providerId="LiveId" clId="{D753EBD0-A63D-45D8-AF06-98FC41C7C6B2}" dt="2026-07-16T16:56:00.563" v="44" actId="700"/>
          <ac:spMkLst>
            <pc:docMk/>
            <pc:sldMk cId="3303565422" sldId="257"/>
            <ac:spMk id="2" creationId="{2567CAF5-E399-74B4-8914-E030DAD88FAC}"/>
          </ac:spMkLst>
        </pc:spChg>
        <pc:spChg chg="del mod ord">
          <ac:chgData name="Alexander Parnes" userId="e1e3edd15e31d346" providerId="LiveId" clId="{D753EBD0-A63D-45D8-AF06-98FC41C7C6B2}" dt="2026-07-16T16:56:00.563" v="44" actId="700"/>
          <ac:spMkLst>
            <pc:docMk/>
            <pc:sldMk cId="3303565422" sldId="257"/>
            <ac:spMk id="3" creationId="{83F2CDE7-FBB5-3242-C404-46438E8AE2E7}"/>
          </ac:spMkLst>
        </pc:spChg>
        <pc:spChg chg="mod ord">
          <ac:chgData name="Alexander Parnes" userId="e1e3edd15e31d346" providerId="LiveId" clId="{D753EBD0-A63D-45D8-AF06-98FC41C7C6B2}" dt="2026-07-16T16:56:57.276" v="103" actId="20577"/>
          <ac:spMkLst>
            <pc:docMk/>
            <pc:sldMk cId="3303565422" sldId="257"/>
            <ac:spMk id="4" creationId="{EC2BD5AD-5E18-3CBA-16BF-CCE40D71F706}"/>
          </ac:spMkLst>
        </pc:spChg>
        <pc:spChg chg="mod ord">
          <ac:chgData name="Alexander Parnes" userId="e1e3edd15e31d346" providerId="LiveId" clId="{D753EBD0-A63D-45D8-AF06-98FC41C7C6B2}" dt="2026-07-16T16:56:00.563" v="44" actId="700"/>
          <ac:spMkLst>
            <pc:docMk/>
            <pc:sldMk cId="3303565422" sldId="257"/>
            <ac:spMk id="5" creationId="{8E0A61E2-969B-04F4-3D13-63EE77063C32}"/>
          </ac:spMkLst>
        </pc:spChg>
        <pc:spChg chg="mod ord">
          <ac:chgData name="Alexander Parnes" userId="e1e3edd15e31d346" providerId="LiveId" clId="{D753EBD0-A63D-45D8-AF06-98FC41C7C6B2}" dt="2026-07-16T16:56:00.563" v="44" actId="700"/>
          <ac:spMkLst>
            <pc:docMk/>
            <pc:sldMk cId="3303565422" sldId="257"/>
            <ac:spMk id="6" creationId="{E7E2F007-FFDB-D95C-3F86-D8FC8B886816}"/>
          </ac:spMkLst>
        </pc:spChg>
        <pc:spChg chg="add mod ord">
          <ac:chgData name="Alexander Parnes" userId="e1e3edd15e31d346" providerId="LiveId" clId="{D753EBD0-A63D-45D8-AF06-98FC41C7C6B2}" dt="2026-07-16T17:02:48.968" v="118" actId="20577"/>
          <ac:spMkLst>
            <pc:docMk/>
            <pc:sldMk cId="3303565422" sldId="257"/>
            <ac:spMk id="7" creationId="{4529ED6E-348D-9433-F72A-2226AE71EEA4}"/>
          </ac:spMkLst>
        </pc:spChg>
        <pc:spChg chg="add mod ord">
          <ac:chgData name="Alexander Parnes" userId="e1e3edd15e31d346" providerId="LiveId" clId="{D753EBD0-A63D-45D8-AF06-98FC41C7C6B2}" dt="2026-07-16T18:39:23.685" v="729" actId="1076"/>
          <ac:spMkLst>
            <pc:docMk/>
            <pc:sldMk cId="3303565422" sldId="257"/>
            <ac:spMk id="8" creationId="{37E4B6AB-C659-59A3-AE42-4C6DEAA8309A}"/>
          </ac:spMkLst>
        </pc:spChg>
        <pc:spChg chg="add del mod ord">
          <ac:chgData name="Alexander Parnes" userId="e1e3edd15e31d346" providerId="LiveId" clId="{D753EBD0-A63D-45D8-AF06-98FC41C7C6B2}" dt="2026-07-16T16:56:38.734" v="89" actId="478"/>
          <ac:spMkLst>
            <pc:docMk/>
            <pc:sldMk cId="3303565422" sldId="257"/>
            <ac:spMk id="9" creationId="{DE44D9B9-0020-878B-AE12-65D64AE21875}"/>
          </ac:spMkLst>
        </pc:spChg>
        <pc:spChg chg="add mod">
          <ac:chgData name="Alexander Parnes" userId="e1e3edd15e31d346" providerId="LiveId" clId="{D753EBD0-A63D-45D8-AF06-98FC41C7C6B2}" dt="2026-07-16T18:36:38.804" v="697" actId="27636"/>
          <ac:spMkLst>
            <pc:docMk/>
            <pc:sldMk cId="3303565422" sldId="257"/>
            <ac:spMk id="12" creationId="{5C675646-75E5-55D6-E70A-2EB34EDD6964}"/>
          </ac:spMkLst>
        </pc:spChg>
        <pc:spChg chg="add mod">
          <ac:chgData name="Alexander Parnes" userId="e1e3edd15e31d346" providerId="LiveId" clId="{D753EBD0-A63D-45D8-AF06-98FC41C7C6B2}" dt="2026-07-16T18:39:37.409" v="731" actId="14100"/>
          <ac:spMkLst>
            <pc:docMk/>
            <pc:sldMk cId="3303565422" sldId="257"/>
            <ac:spMk id="13" creationId="{DE422D39-F0C9-30EE-4554-F1E849EF88AA}"/>
          </ac:spMkLst>
        </pc:spChg>
        <pc:picChg chg="add del mod">
          <ac:chgData name="Alexander Parnes" userId="e1e3edd15e31d346" providerId="LiveId" clId="{D753EBD0-A63D-45D8-AF06-98FC41C7C6B2}" dt="2026-07-16T17:21:15.049" v="686" actId="478"/>
          <ac:picMkLst>
            <pc:docMk/>
            <pc:sldMk cId="3303565422" sldId="257"/>
            <ac:picMk id="11" creationId="{0AE37E96-1FFA-15F1-924B-14FFC73FCBF6}"/>
          </ac:picMkLst>
        </pc:picChg>
      </pc:sldChg>
      <pc:sldChg chg="delSp modSp new mod">
        <pc:chgData name="Alexander Parnes" userId="e1e3edd15e31d346" providerId="LiveId" clId="{D753EBD0-A63D-45D8-AF06-98FC41C7C6B2}" dt="2026-07-16T17:14:15.151" v="571" actId="14100"/>
        <pc:sldMkLst>
          <pc:docMk/>
          <pc:sldMk cId="4067227585" sldId="258"/>
        </pc:sldMkLst>
        <pc:spChg chg="mod">
          <ac:chgData name="Alexander Parnes" userId="e1e3edd15e31d346" providerId="LiveId" clId="{D753EBD0-A63D-45D8-AF06-98FC41C7C6B2}" dt="2026-07-16T17:14:15.151" v="571" actId="14100"/>
          <ac:spMkLst>
            <pc:docMk/>
            <pc:sldMk cId="4067227585" sldId="258"/>
            <ac:spMk id="4" creationId="{3CCC97A9-5048-89F1-A1B6-9E9429F42D71}"/>
          </ac:spMkLst>
        </pc:spChg>
        <pc:spChg chg="mod">
          <ac:chgData name="Alexander Parnes" userId="e1e3edd15e31d346" providerId="LiveId" clId="{D753EBD0-A63D-45D8-AF06-98FC41C7C6B2}" dt="2026-07-16T17:14:06.718" v="569" actId="20577"/>
          <ac:spMkLst>
            <pc:docMk/>
            <pc:sldMk cId="4067227585" sldId="258"/>
            <ac:spMk id="5" creationId="{9CE895AD-7D92-919D-3722-29A268C4F0C3}"/>
          </ac:spMkLst>
        </pc:spChg>
        <pc:spChg chg="del">
          <ac:chgData name="Alexander Parnes" userId="e1e3edd15e31d346" providerId="LiveId" clId="{D753EBD0-A63D-45D8-AF06-98FC41C7C6B2}" dt="2026-07-16T17:14:10.655" v="570" actId="478"/>
          <ac:spMkLst>
            <pc:docMk/>
            <pc:sldMk cId="4067227585" sldId="258"/>
            <ac:spMk id="6" creationId="{A0E3B2DA-2FE7-BDC0-9133-E7DE8D353BDF}"/>
          </ac:spMkLst>
        </pc:spChg>
      </pc:sldChg>
      <pc:sldChg chg="addSp delSp modSp new mod modClrScheme chgLayout">
        <pc:chgData name="Alexander Parnes" userId="e1e3edd15e31d346" providerId="LiveId" clId="{D753EBD0-A63D-45D8-AF06-98FC41C7C6B2}" dt="2026-07-16T18:35:26.268" v="691" actId="700"/>
        <pc:sldMkLst>
          <pc:docMk/>
          <pc:sldMk cId="4224312182" sldId="259"/>
        </pc:sldMkLst>
        <pc:spChg chg="mod ord">
          <ac:chgData name="Alexander Parnes" userId="e1e3edd15e31d346" providerId="LiveId" clId="{D753EBD0-A63D-45D8-AF06-98FC41C7C6B2}" dt="2026-07-16T18:35:26.268" v="691" actId="700"/>
          <ac:spMkLst>
            <pc:docMk/>
            <pc:sldMk cId="4224312182" sldId="259"/>
            <ac:spMk id="2" creationId="{95D91F03-71DA-BB52-1979-5DD6DFF93DA7}"/>
          </ac:spMkLst>
        </pc:spChg>
        <pc:spChg chg="mod ord">
          <ac:chgData name="Alexander Parnes" userId="e1e3edd15e31d346" providerId="LiveId" clId="{D753EBD0-A63D-45D8-AF06-98FC41C7C6B2}" dt="2026-07-16T18:35:26.268" v="691" actId="700"/>
          <ac:spMkLst>
            <pc:docMk/>
            <pc:sldMk cId="4224312182" sldId="259"/>
            <ac:spMk id="3" creationId="{1CDE55D8-BD67-967C-1FB1-48D4292C5B01}"/>
          </ac:spMkLst>
        </pc:spChg>
        <pc:spChg chg="del mod ord">
          <ac:chgData name="Alexander Parnes" userId="e1e3edd15e31d346" providerId="LiveId" clId="{D753EBD0-A63D-45D8-AF06-98FC41C7C6B2}" dt="2026-07-16T18:35:26.268" v="691" actId="700"/>
          <ac:spMkLst>
            <pc:docMk/>
            <pc:sldMk cId="4224312182" sldId="259"/>
            <ac:spMk id="4" creationId="{6A66BAD5-E18E-9137-6185-9E020279D938}"/>
          </ac:spMkLst>
        </pc:spChg>
        <pc:spChg chg="del mod ord">
          <ac:chgData name="Alexander Parnes" userId="e1e3edd15e31d346" providerId="LiveId" clId="{D753EBD0-A63D-45D8-AF06-98FC41C7C6B2}" dt="2026-07-16T18:35:26.268" v="691" actId="700"/>
          <ac:spMkLst>
            <pc:docMk/>
            <pc:sldMk cId="4224312182" sldId="259"/>
            <ac:spMk id="5" creationId="{0D8DB413-6630-956A-755F-9B2A599861C2}"/>
          </ac:spMkLst>
        </pc:spChg>
        <pc:spChg chg="del mod ord">
          <ac:chgData name="Alexander Parnes" userId="e1e3edd15e31d346" providerId="LiveId" clId="{D753EBD0-A63D-45D8-AF06-98FC41C7C6B2}" dt="2026-07-16T18:35:26.268" v="691" actId="700"/>
          <ac:spMkLst>
            <pc:docMk/>
            <pc:sldMk cId="4224312182" sldId="259"/>
            <ac:spMk id="6" creationId="{26546942-ADE0-CA46-7527-A551378C097D}"/>
          </ac:spMkLst>
        </pc:spChg>
        <pc:spChg chg="add mod ord">
          <ac:chgData name="Alexander Parnes" userId="e1e3edd15e31d346" providerId="LiveId" clId="{D753EBD0-A63D-45D8-AF06-98FC41C7C6B2}" dt="2026-07-16T18:35:26.268" v="691" actId="700"/>
          <ac:spMkLst>
            <pc:docMk/>
            <pc:sldMk cId="4224312182" sldId="259"/>
            <ac:spMk id="7" creationId="{4249FA40-F7F8-9822-DE59-0EA1828A4E04}"/>
          </ac:spMkLst>
        </pc:spChg>
        <pc:spChg chg="add mod ord">
          <ac:chgData name="Alexander Parnes" userId="e1e3edd15e31d346" providerId="LiveId" clId="{D753EBD0-A63D-45D8-AF06-98FC41C7C6B2}" dt="2026-07-16T18:35:26.268" v="691" actId="700"/>
          <ac:spMkLst>
            <pc:docMk/>
            <pc:sldMk cId="4224312182" sldId="259"/>
            <ac:spMk id="8" creationId="{00E7BDD4-AAB4-B076-AD86-08CFA4603E9F}"/>
          </ac:spMkLst>
        </pc:spChg>
        <pc:spChg chg="add mod ord">
          <ac:chgData name="Alexander Parnes" userId="e1e3edd15e31d346" providerId="LiveId" clId="{D753EBD0-A63D-45D8-AF06-98FC41C7C6B2}" dt="2026-07-16T18:35:26.268" v="691" actId="700"/>
          <ac:spMkLst>
            <pc:docMk/>
            <pc:sldMk cId="4224312182" sldId="259"/>
            <ac:spMk id="9" creationId="{52BF019A-05D2-DBD1-6BEC-2C2DA94E9394}"/>
          </ac:spMkLst>
        </pc:spChg>
      </pc:sldChg>
      <pc:sldChg chg="del">
        <pc:chgData name="Alexander Parnes" userId="e1e3edd15e31d346" providerId="LiveId" clId="{D753EBD0-A63D-45D8-AF06-98FC41C7C6B2}" dt="2026-07-16T16:55:27.818" v="42" actId="47"/>
        <pc:sldMkLst>
          <pc:docMk/>
          <pc:sldMk cId="2592935558" sldId="271"/>
        </pc:sldMkLst>
      </pc:sldChg>
      <pc:sldChg chg="del">
        <pc:chgData name="Alexander Parnes" userId="e1e3edd15e31d346" providerId="LiveId" clId="{D753EBD0-A63D-45D8-AF06-98FC41C7C6B2}" dt="2026-07-16T16:55:27.818" v="42" actId="47"/>
        <pc:sldMkLst>
          <pc:docMk/>
          <pc:sldMk cId="540081399" sldId="274"/>
        </pc:sldMkLst>
      </pc:sldChg>
      <pc:sldChg chg="del">
        <pc:chgData name="Alexander Parnes" userId="e1e3edd15e31d346" providerId="LiveId" clId="{D753EBD0-A63D-45D8-AF06-98FC41C7C6B2}" dt="2026-07-16T16:55:27.818" v="42" actId="47"/>
        <pc:sldMkLst>
          <pc:docMk/>
          <pc:sldMk cId="2471647531" sldId="276"/>
        </pc:sldMkLst>
      </pc:sldChg>
      <pc:sldChg chg="del">
        <pc:chgData name="Alexander Parnes" userId="e1e3edd15e31d346" providerId="LiveId" clId="{D753EBD0-A63D-45D8-AF06-98FC41C7C6B2}" dt="2026-07-16T16:55:27.818" v="42" actId="47"/>
        <pc:sldMkLst>
          <pc:docMk/>
          <pc:sldMk cId="3939132777" sldId="278"/>
        </pc:sldMkLst>
      </pc:sldChg>
      <pc:sldChg chg="del">
        <pc:chgData name="Alexander Parnes" userId="e1e3edd15e31d346" providerId="LiveId" clId="{D753EBD0-A63D-45D8-AF06-98FC41C7C6B2}" dt="2026-07-16T16:55:27.818" v="42" actId="47"/>
        <pc:sldMkLst>
          <pc:docMk/>
          <pc:sldMk cId="2759647259" sldId="279"/>
        </pc:sldMkLst>
      </pc:sldChg>
      <pc:sldChg chg="del">
        <pc:chgData name="Alexander Parnes" userId="e1e3edd15e31d346" providerId="LiveId" clId="{D753EBD0-A63D-45D8-AF06-98FC41C7C6B2}" dt="2026-07-16T16:55:27.818" v="42" actId="47"/>
        <pc:sldMkLst>
          <pc:docMk/>
          <pc:sldMk cId="2203386716" sldId="280"/>
        </pc:sldMkLst>
      </pc:sldChg>
      <pc:sldChg chg="del">
        <pc:chgData name="Alexander Parnes" userId="e1e3edd15e31d346" providerId="LiveId" clId="{D753EBD0-A63D-45D8-AF06-98FC41C7C6B2}" dt="2026-07-16T16:55:27.818" v="42" actId="47"/>
        <pc:sldMkLst>
          <pc:docMk/>
          <pc:sldMk cId="3467437110" sldId="281"/>
        </pc:sldMkLst>
      </pc:sldChg>
      <pc:sldChg chg="del">
        <pc:chgData name="Alexander Parnes" userId="e1e3edd15e31d346" providerId="LiveId" clId="{D753EBD0-A63D-45D8-AF06-98FC41C7C6B2}" dt="2026-07-16T16:55:27.818" v="42" actId="47"/>
        <pc:sldMkLst>
          <pc:docMk/>
          <pc:sldMk cId="2015519786" sldId="282"/>
        </pc:sldMkLst>
      </pc:sldChg>
      <pc:sldChg chg="del">
        <pc:chgData name="Alexander Parnes" userId="e1e3edd15e31d346" providerId="LiveId" clId="{D753EBD0-A63D-45D8-AF06-98FC41C7C6B2}" dt="2026-07-16T16:55:27.818" v="42" actId="47"/>
        <pc:sldMkLst>
          <pc:docMk/>
          <pc:sldMk cId="1607782066" sldId="283"/>
        </pc:sldMkLst>
      </pc:sldChg>
      <pc:sldChg chg="del">
        <pc:chgData name="Alexander Parnes" userId="e1e3edd15e31d346" providerId="LiveId" clId="{D753EBD0-A63D-45D8-AF06-98FC41C7C6B2}" dt="2026-07-16T16:55:27.818" v="42" actId="47"/>
        <pc:sldMkLst>
          <pc:docMk/>
          <pc:sldMk cId="1963531777" sldId="28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7FCA1F-42E0-440F-9DF2-9C07F2CE663F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DC7D7E-A65D-44B8-9763-CBC343C3D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44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Main"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205490"/>
            <a:ext cx="12192000" cy="652509"/>
          </a:xfrm>
          <a:prstGeom prst="rect">
            <a:avLst/>
          </a:prstGeom>
          <a:solidFill>
            <a:srgbClr val="EF1200"/>
          </a:solidFill>
          <a:ln>
            <a:solidFill>
              <a:srgbClr val="CF21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4" name="Rectangle 3"/>
          <p:cNvSpPr/>
          <p:nvPr userDrawn="1"/>
        </p:nvSpPr>
        <p:spPr>
          <a:xfrm>
            <a:off x="0" y="-17670"/>
            <a:ext cx="12192000" cy="665740"/>
          </a:xfrm>
          <a:prstGeom prst="rect">
            <a:avLst/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chemeClr val="tx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7924" y="2286910"/>
            <a:ext cx="6966440" cy="111283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spcBef>
                <a:spcPts val="0"/>
              </a:spcBef>
              <a:buNone/>
              <a:defRPr sz="3600">
                <a:solidFill>
                  <a:schemeClr val="tx1"/>
                </a:solidFill>
              </a:defRPr>
            </a:lvl1pPr>
            <a:lvl2pPr marL="6095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2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8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4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5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07924" y="800492"/>
            <a:ext cx="8105257" cy="1219200"/>
          </a:xfrm>
        </p:spPr>
        <p:txBody>
          <a:bodyPr>
            <a:noAutofit/>
          </a:bodyPr>
          <a:lstStyle>
            <a:lvl1pPr algn="l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D0741D4-66DC-FE4A-929D-404AD2590AE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1480" y="6295929"/>
            <a:ext cx="2042160" cy="471631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966061" y="6357912"/>
            <a:ext cx="1333856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7912"/>
            <a:ext cx="3860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>
          <a:xfrm>
            <a:off x="10645913" y="6357912"/>
            <a:ext cx="936487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A003C96-EC0A-4244-8A2C-14550A91AC0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3" name="Picture 12" descr="A group of people wearing white shirts&#10;&#10;Description automatically generated with low confidence">
            <a:extLst>
              <a:ext uri="{FF2B5EF4-FFF2-40B4-BE49-F238E27FC236}">
                <a16:creationId xmlns:a16="http://schemas.microsoft.com/office/drawing/2014/main" id="{BC90C62A-A367-0F48-BDC6-F0102746113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4032379"/>
            <a:ext cx="12192000" cy="2173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7953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205490"/>
            <a:ext cx="12192000" cy="652509"/>
          </a:xfrm>
          <a:prstGeom prst="rect">
            <a:avLst/>
          </a:prstGeom>
          <a:solidFill>
            <a:srgbClr val="EF1200"/>
          </a:solidFill>
          <a:ln>
            <a:solidFill>
              <a:srgbClr val="CF21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4" name="Rectangle 3"/>
          <p:cNvSpPr/>
          <p:nvPr userDrawn="1"/>
        </p:nvSpPr>
        <p:spPr>
          <a:xfrm>
            <a:off x="0" y="-17670"/>
            <a:ext cx="12192000" cy="665740"/>
          </a:xfrm>
          <a:prstGeom prst="rect">
            <a:avLst/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7924" y="3106694"/>
            <a:ext cx="6966440" cy="111283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spcBef>
                <a:spcPts val="0"/>
              </a:spcBef>
              <a:buNone/>
              <a:defRPr sz="3600">
                <a:solidFill>
                  <a:schemeClr val="tx1"/>
                </a:solidFill>
              </a:defRPr>
            </a:lvl1pPr>
            <a:lvl2pPr marL="6095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2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8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4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5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07924" y="1014378"/>
            <a:ext cx="8105257" cy="1219200"/>
          </a:xfrm>
        </p:spPr>
        <p:txBody>
          <a:bodyPr>
            <a:noAutofit/>
          </a:bodyPr>
          <a:lstStyle>
            <a:lvl1pPr algn="l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D0741D4-66DC-FE4A-929D-404AD2590AE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1480" y="6295929"/>
            <a:ext cx="2042160" cy="471631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966061" y="6357912"/>
            <a:ext cx="1333856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January 10, 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7912"/>
            <a:ext cx="3860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Fl5-D12 All-Volunteer Meeting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>
          <a:xfrm>
            <a:off x="10645913" y="6357912"/>
            <a:ext cx="936487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A003C96-EC0A-4244-8A2C-14550A91AC0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6768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03C96-EC0A-4244-8A2C-14550A91AC0D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1282700" y="1754188"/>
            <a:ext cx="4663440" cy="4022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6"/>
          </p:nvPr>
        </p:nvSpPr>
        <p:spPr>
          <a:xfrm>
            <a:off x="6396039" y="1754188"/>
            <a:ext cx="4663440" cy="4022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22182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6944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0000" y="1801447"/>
            <a:ext cx="4663440" cy="63976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3200" b="1"/>
            </a:lvl1pPr>
            <a:lvl2pPr marL="609570" indent="0">
              <a:buNone/>
              <a:defRPr sz="2667" b="1"/>
            </a:lvl2pPr>
            <a:lvl3pPr marL="1219140" indent="0">
              <a:buNone/>
              <a:defRPr sz="2400" b="1"/>
            </a:lvl3pPr>
            <a:lvl4pPr marL="1828709" indent="0">
              <a:buNone/>
              <a:defRPr sz="2133" b="1"/>
            </a:lvl4pPr>
            <a:lvl5pPr marL="2438278" indent="0">
              <a:buNone/>
              <a:defRPr sz="2133" b="1"/>
            </a:lvl5pPr>
            <a:lvl6pPr marL="3047848" indent="0">
              <a:buNone/>
              <a:defRPr sz="2133" b="1"/>
            </a:lvl6pPr>
            <a:lvl7pPr marL="3657418" indent="0">
              <a:buNone/>
              <a:defRPr sz="2133" b="1"/>
            </a:lvl7pPr>
            <a:lvl8pPr marL="4266987" indent="0">
              <a:buNone/>
              <a:defRPr sz="2133" b="1"/>
            </a:lvl8pPr>
            <a:lvl9pPr marL="4876557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8616" y="1801447"/>
            <a:ext cx="4663440" cy="63976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3200" b="1"/>
            </a:lvl1pPr>
            <a:lvl2pPr marL="609570" indent="0">
              <a:buNone/>
              <a:defRPr sz="2667" b="1"/>
            </a:lvl2pPr>
            <a:lvl3pPr marL="1219140" indent="0">
              <a:buNone/>
              <a:defRPr sz="2400" b="1"/>
            </a:lvl3pPr>
            <a:lvl4pPr marL="1828709" indent="0">
              <a:buNone/>
              <a:defRPr sz="2133" b="1"/>
            </a:lvl4pPr>
            <a:lvl5pPr marL="2438278" indent="0">
              <a:buNone/>
              <a:defRPr sz="2133" b="1"/>
            </a:lvl5pPr>
            <a:lvl6pPr marL="3047848" indent="0">
              <a:buNone/>
              <a:defRPr sz="2133" b="1"/>
            </a:lvl6pPr>
            <a:lvl7pPr marL="3657418" indent="0">
              <a:buNone/>
              <a:defRPr sz="2133" b="1"/>
            </a:lvl7pPr>
            <a:lvl8pPr marL="4266987" indent="0">
              <a:buNone/>
              <a:defRPr sz="2133" b="1"/>
            </a:lvl8pPr>
            <a:lvl9pPr marL="4876557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03C96-EC0A-4244-8A2C-14550A91AC0D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270001" y="2441209"/>
            <a:ext cx="4664075" cy="3779839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/>
          </p:nvPr>
        </p:nvSpPr>
        <p:spPr>
          <a:xfrm>
            <a:off x="6408616" y="2441209"/>
            <a:ext cx="4663440" cy="3779839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14783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8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9A003C96-EC0A-4244-8A2C-14550A91AC0D}" type="slidenum">
              <a:rPr lang="en-US" smtClean="0"/>
              <a:t>‹#›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2"/>
          </p:nvPr>
        </p:nvSpPr>
        <p:spPr>
          <a:xfrm>
            <a:off x="1278833" y="1761433"/>
            <a:ext cx="9753600" cy="22212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1278467" y="4108451"/>
            <a:ext cx="9753600" cy="17801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9096209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03C96-EC0A-4244-8A2C-14550A91AC0D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31692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694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03C96-EC0A-4244-8A2C-14550A91AC0D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0" y="-17670"/>
            <a:ext cx="12192000" cy="122803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6" name="Rectangle 5"/>
          <p:cNvSpPr/>
          <p:nvPr/>
        </p:nvSpPr>
        <p:spPr>
          <a:xfrm>
            <a:off x="0" y="-17670"/>
            <a:ext cx="12192000" cy="152586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5765394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239578" y="45713"/>
            <a:ext cx="518079" cy="365125"/>
          </a:xfrm>
        </p:spPr>
        <p:txBody>
          <a:bodyPr/>
          <a:lstStyle/>
          <a:p>
            <a:fld id="{9A003C96-EC0A-4244-8A2C-14550A91AC0D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 rot="16200000">
            <a:off x="-2268058" y="3049293"/>
            <a:ext cx="5850384" cy="1047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57697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/>
          <p:cNvSpPr>
            <a:spLocks noGrp="1"/>
          </p:cNvSpPr>
          <p:nvPr>
            <p:ph type="body" idx="1"/>
          </p:nvPr>
        </p:nvSpPr>
        <p:spPr>
          <a:xfrm>
            <a:off x="790113" y="1864311"/>
            <a:ext cx="10242320" cy="42701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1481" y="840185"/>
            <a:ext cx="9751391" cy="7803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D99F434-9435-E645-B6B7-0CCF1518DBCD}"/>
              </a:ext>
            </a:extLst>
          </p:cNvPr>
          <p:cNvSpPr/>
          <p:nvPr userDrawn="1"/>
        </p:nvSpPr>
        <p:spPr>
          <a:xfrm>
            <a:off x="0" y="0"/>
            <a:ext cx="12192000" cy="492375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rgbClr val="696969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F313E00-B5F8-9D4A-B49B-6B15F2BB6692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411481" y="55437"/>
            <a:ext cx="1651900" cy="381501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625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696969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45913" y="63625"/>
            <a:ext cx="9364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696969"/>
                </a:solidFill>
              </a:defRPr>
            </a:lvl1pPr>
          </a:lstStyle>
          <a:p>
            <a:fld id="{9A003C96-EC0A-4244-8A2C-14550A91AC0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966061" y="63625"/>
            <a:ext cx="13338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696969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407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698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</p:sldLayoutIdLst>
  <p:hf hdr="0"/>
  <p:txStyles>
    <p:titleStyle>
      <a:lvl1pPr algn="l" defTabSz="609570" rtl="0" eaLnBrk="1" latinLnBrk="0" hangingPunct="1">
        <a:spcBef>
          <a:spcPct val="0"/>
        </a:spcBef>
        <a:buNone/>
        <a:defRPr sz="3600" b="1" kern="1200">
          <a:solidFill>
            <a:srgbClr val="82786E"/>
          </a:solidFill>
          <a:latin typeface="+mj-lt"/>
          <a:ea typeface="+mj-ea"/>
          <a:cs typeface="+mj-cs"/>
        </a:defRPr>
      </a:lvl1pPr>
    </p:titleStyle>
    <p:bodyStyle>
      <a:lvl1pPr marL="455073" indent="-455073" algn="l" defTabSz="609570" rtl="0" eaLnBrk="1" latinLnBrk="0" hangingPunct="1">
        <a:spcBef>
          <a:spcPts val="2400"/>
        </a:spcBef>
        <a:buClr>
          <a:srgbClr val="EF1200"/>
        </a:buClr>
        <a:buSzPct val="70000"/>
        <a:buFont typeface="Wingdings" panose="05000000000000000000" pitchFamily="2" charset="2"/>
        <a:buChar char=""/>
        <a:defRPr sz="3200" kern="1200">
          <a:solidFill>
            <a:srgbClr val="696969"/>
          </a:solidFill>
          <a:latin typeface="+mn-lt"/>
          <a:ea typeface="+mn-ea"/>
          <a:cs typeface="+mn-cs"/>
        </a:defRPr>
      </a:lvl1pPr>
      <a:lvl2pPr marL="1144588" indent="-449263" algn="l" defTabSz="609570" rtl="0" eaLnBrk="1" latinLnBrk="0" hangingPunct="1">
        <a:spcBef>
          <a:spcPts val="1200"/>
        </a:spcBef>
        <a:buClr>
          <a:srgbClr val="EF1200"/>
        </a:buClr>
        <a:buSzPct val="110000"/>
        <a:buFont typeface="Calibri" panose="020F0502020204030204" pitchFamily="34" charset="0"/>
        <a:buChar char="─"/>
        <a:tabLst/>
        <a:defRPr sz="2800" kern="1200">
          <a:solidFill>
            <a:srgbClr val="696969"/>
          </a:solidFill>
          <a:latin typeface="+mn-lt"/>
          <a:ea typeface="+mn-ea"/>
          <a:cs typeface="+mn-cs"/>
        </a:defRPr>
      </a:lvl2pPr>
      <a:lvl3pPr marL="1774825" indent="-379413" algn="l" defTabSz="609570" rtl="0" eaLnBrk="1" latinLnBrk="0" hangingPunct="1">
        <a:spcBef>
          <a:spcPts val="800"/>
        </a:spcBef>
        <a:buClr>
          <a:srgbClr val="EF1200"/>
        </a:buClr>
        <a:buSzPct val="70000"/>
        <a:buFont typeface="Wingdings" panose="05000000000000000000" pitchFamily="2" charset="2"/>
        <a:buChar char=""/>
        <a:tabLst/>
        <a:defRPr sz="2400" kern="1200">
          <a:solidFill>
            <a:srgbClr val="696969"/>
          </a:solidFill>
          <a:latin typeface="+mn-lt"/>
          <a:ea typeface="+mn-ea"/>
          <a:cs typeface="+mn-cs"/>
        </a:defRPr>
      </a:lvl3pPr>
      <a:lvl4pPr marL="2133493" indent="-304784" algn="l" defTabSz="609570" rtl="0" eaLnBrk="1" latinLnBrk="0" hangingPunct="1">
        <a:spcBef>
          <a:spcPct val="20000"/>
        </a:spcBef>
        <a:buFont typeface="Arial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062" indent="-304784" algn="l" defTabSz="609570" rtl="0" eaLnBrk="1" latinLnBrk="0" hangingPunct="1">
        <a:spcBef>
          <a:spcPct val="20000"/>
        </a:spcBef>
        <a:buFont typeface="Arial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632" indent="-304784" algn="l" defTabSz="609570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202" indent="-304784" algn="l" defTabSz="609570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2" indent="-304784" algn="l" defTabSz="609570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341" indent="-304784" algn="l" defTabSz="609570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70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40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09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78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848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18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87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557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itle 1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July 15, 2026</a:t>
            </a:r>
          </a:p>
        </p:txBody>
      </p:sp>
      <p:sp>
        <p:nvSpPr>
          <p:cNvPr id="15" name="Title 14"/>
          <p:cNvSpPr>
            <a:spLocks noGrp="1"/>
          </p:cNvSpPr>
          <p:nvPr>
            <p:ph type="title"/>
          </p:nvPr>
        </p:nvSpPr>
        <p:spPr>
          <a:xfrm>
            <a:off x="807924" y="800492"/>
            <a:ext cx="10613450" cy="1219200"/>
          </a:xfrm>
        </p:spPr>
        <p:txBody>
          <a:bodyPr/>
          <a:lstStyle/>
          <a:p>
            <a:r>
              <a:rPr lang="en-US" dirty="0"/>
              <a:t>FL5-D12 Activity Logging &amp; Tracking System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03C96-EC0A-4244-8A2C-14550A91AC0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0397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0A61E2-969B-04F4-3D13-63EE77063C3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Fl5-D12 All-Volunteer Meeting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E2F007-FFDB-D95C-3F86-D8FC8B88681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A003C96-EC0A-4244-8A2C-14550A91AC0D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7E4B6AB-C659-59A3-AE42-4C6DEAA8309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93830" y="1761765"/>
            <a:ext cx="4535557" cy="4596505"/>
          </a:xfrm>
        </p:spPr>
        <p:txBody>
          <a:bodyPr>
            <a:normAutofit/>
          </a:bodyPr>
          <a:lstStyle/>
          <a:p>
            <a:r>
              <a:rPr lang="en-US" sz="2000" dirty="0"/>
              <a:t>Real-time site- and district-wide operational visibility</a:t>
            </a:r>
          </a:p>
          <a:p>
            <a:r>
              <a:rPr lang="en-US" sz="2000" dirty="0"/>
              <a:t>Preventing taxpayers from “falling through cracks” </a:t>
            </a:r>
          </a:p>
          <a:p>
            <a:r>
              <a:rPr lang="en-US" sz="2000" dirty="0"/>
              <a:t>Management of “multi-day” tax return preparation</a:t>
            </a:r>
          </a:p>
          <a:p>
            <a:r>
              <a:rPr lang="en-US" sz="2000" dirty="0"/>
              <a:t>Standardized and accurate data entry &amp; presentation</a:t>
            </a:r>
          </a:p>
          <a:p>
            <a:r>
              <a:rPr lang="en-US" sz="2000" dirty="0"/>
              <a:t>Identifying operational bottlenecks / volunteer workload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4529ED6E-348D-9433-F72A-2226AE71E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is Activity Logging &amp; Tracking Needed?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2BD5AD-5E18-3CBA-16BF-CCE40D71F706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10858500" y="6357938"/>
            <a:ext cx="1333500" cy="365125"/>
          </a:xfrm>
        </p:spPr>
        <p:txBody>
          <a:bodyPr/>
          <a:lstStyle/>
          <a:p>
            <a:r>
              <a:rPr lang="en-US" dirty="0"/>
              <a:t>July 15, 2026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5C675646-75E5-55D6-E70A-2EB34EDD6964}"/>
              </a:ext>
            </a:extLst>
          </p:cNvPr>
          <p:cNvSpPr txBox="1">
            <a:spLocks/>
          </p:cNvSpPr>
          <p:nvPr/>
        </p:nvSpPr>
        <p:spPr>
          <a:xfrm>
            <a:off x="6322943" y="1751494"/>
            <a:ext cx="4535557" cy="45965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5073" indent="-455073" algn="l" defTabSz="609570" rtl="0" eaLnBrk="1" latinLnBrk="0" hangingPunct="1">
              <a:spcBef>
                <a:spcPts val="2400"/>
              </a:spcBef>
              <a:buClr>
                <a:srgbClr val="EF1200"/>
              </a:buClr>
              <a:buSzPct val="70000"/>
              <a:buFont typeface="Wingdings" panose="05000000000000000000" pitchFamily="2" charset="2"/>
              <a:buChar char=""/>
              <a:defRPr sz="3200" kern="1200">
                <a:solidFill>
                  <a:srgbClr val="696969"/>
                </a:solidFill>
                <a:latin typeface="+mn-lt"/>
                <a:ea typeface="+mn-ea"/>
                <a:cs typeface="+mn-cs"/>
              </a:defRPr>
            </a:lvl1pPr>
            <a:lvl2pPr marL="1144588" indent="-449263" algn="l" defTabSz="609570" rtl="0" eaLnBrk="1" latinLnBrk="0" hangingPunct="1">
              <a:spcBef>
                <a:spcPts val="1200"/>
              </a:spcBef>
              <a:buClr>
                <a:srgbClr val="EF1200"/>
              </a:buClr>
              <a:buSzPct val="110000"/>
              <a:buFont typeface="Calibri" panose="020F0502020204030204" pitchFamily="34" charset="0"/>
              <a:buChar char="─"/>
              <a:tabLst/>
              <a:defRPr sz="2800" kern="1200">
                <a:solidFill>
                  <a:srgbClr val="696969"/>
                </a:solidFill>
                <a:latin typeface="+mn-lt"/>
                <a:ea typeface="+mn-ea"/>
                <a:cs typeface="+mn-cs"/>
              </a:defRPr>
            </a:lvl2pPr>
            <a:lvl3pPr marL="1774825" indent="-379413" algn="l" defTabSz="609570" rtl="0" eaLnBrk="1" latinLnBrk="0" hangingPunct="1">
              <a:spcBef>
                <a:spcPts val="800"/>
              </a:spcBef>
              <a:buClr>
                <a:srgbClr val="EF1200"/>
              </a:buClr>
              <a:buSzPct val="70000"/>
              <a:buFont typeface="Wingdings" panose="05000000000000000000" pitchFamily="2" charset="2"/>
              <a:buChar char=""/>
              <a:tabLst/>
              <a:defRPr sz="2400" kern="1200">
                <a:solidFill>
                  <a:srgbClr val="696969"/>
                </a:solidFill>
                <a:latin typeface="+mn-lt"/>
                <a:ea typeface="+mn-ea"/>
                <a:cs typeface="+mn-cs"/>
              </a:defRPr>
            </a:lvl3pPr>
            <a:lvl4pPr marL="2133493" indent="-304784" algn="l" defTabSz="609570" rtl="0" eaLnBrk="1" latinLnBrk="0" hangingPunct="1">
              <a:spcBef>
                <a:spcPct val="20000"/>
              </a:spcBef>
              <a:buFont typeface="Arial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062" indent="-304784" algn="l" defTabSz="609570" rtl="0" eaLnBrk="1" latinLnBrk="0" hangingPunct="1">
              <a:spcBef>
                <a:spcPct val="20000"/>
              </a:spcBef>
              <a:buFont typeface="Arial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632" indent="-304784" algn="l" defTabSz="609570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202" indent="-304784" algn="l" defTabSz="609570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772" indent="-304784" algn="l" defTabSz="609570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341" indent="-304784" algn="l" defTabSz="609570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600" dirty="0"/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DE422D39-F0C9-30EE-4554-F1E849EF88AA}"/>
              </a:ext>
            </a:extLst>
          </p:cNvPr>
          <p:cNvSpPr txBox="1">
            <a:spLocks/>
          </p:cNvSpPr>
          <p:nvPr/>
        </p:nvSpPr>
        <p:spPr>
          <a:xfrm>
            <a:off x="5533829" y="1767766"/>
            <a:ext cx="5324671" cy="45965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5073" indent="-455073" algn="l" defTabSz="609570" rtl="0" eaLnBrk="1" latinLnBrk="0" hangingPunct="1">
              <a:spcBef>
                <a:spcPts val="2400"/>
              </a:spcBef>
              <a:buClr>
                <a:srgbClr val="EF1200"/>
              </a:buClr>
              <a:buSzPct val="70000"/>
              <a:buFont typeface="Wingdings" panose="05000000000000000000" pitchFamily="2" charset="2"/>
              <a:buChar char=""/>
              <a:defRPr sz="3200" kern="1200">
                <a:solidFill>
                  <a:srgbClr val="696969"/>
                </a:solidFill>
                <a:latin typeface="+mn-lt"/>
                <a:ea typeface="+mn-ea"/>
                <a:cs typeface="+mn-cs"/>
              </a:defRPr>
            </a:lvl1pPr>
            <a:lvl2pPr marL="1144588" indent="-449263" algn="l" defTabSz="609570" rtl="0" eaLnBrk="1" latinLnBrk="0" hangingPunct="1">
              <a:spcBef>
                <a:spcPts val="1200"/>
              </a:spcBef>
              <a:buClr>
                <a:srgbClr val="EF1200"/>
              </a:buClr>
              <a:buSzPct val="110000"/>
              <a:buFont typeface="Calibri" panose="020F0502020204030204" pitchFamily="34" charset="0"/>
              <a:buChar char="─"/>
              <a:tabLst/>
              <a:defRPr sz="2800" kern="1200">
                <a:solidFill>
                  <a:srgbClr val="696969"/>
                </a:solidFill>
                <a:latin typeface="+mn-lt"/>
                <a:ea typeface="+mn-ea"/>
                <a:cs typeface="+mn-cs"/>
              </a:defRPr>
            </a:lvl2pPr>
            <a:lvl3pPr marL="1774825" indent="-379413" algn="l" defTabSz="609570" rtl="0" eaLnBrk="1" latinLnBrk="0" hangingPunct="1">
              <a:spcBef>
                <a:spcPts val="800"/>
              </a:spcBef>
              <a:buClr>
                <a:srgbClr val="EF1200"/>
              </a:buClr>
              <a:buSzPct val="70000"/>
              <a:buFont typeface="Wingdings" panose="05000000000000000000" pitchFamily="2" charset="2"/>
              <a:buChar char=""/>
              <a:tabLst/>
              <a:defRPr sz="2400" kern="1200">
                <a:solidFill>
                  <a:srgbClr val="696969"/>
                </a:solidFill>
                <a:latin typeface="+mn-lt"/>
                <a:ea typeface="+mn-ea"/>
                <a:cs typeface="+mn-cs"/>
              </a:defRPr>
            </a:lvl3pPr>
            <a:lvl4pPr marL="2133493" indent="-304784" algn="l" defTabSz="609570" rtl="0" eaLnBrk="1" latinLnBrk="0" hangingPunct="1">
              <a:spcBef>
                <a:spcPct val="20000"/>
              </a:spcBef>
              <a:buFont typeface="Arial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062" indent="-304784" algn="l" defTabSz="609570" rtl="0" eaLnBrk="1" latinLnBrk="0" hangingPunct="1">
              <a:spcBef>
                <a:spcPct val="20000"/>
              </a:spcBef>
              <a:buFont typeface="Arial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632" indent="-304784" algn="l" defTabSz="609570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202" indent="-304784" algn="l" defTabSz="609570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772" indent="-304784" algn="l" defTabSz="609570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341" indent="-304784" algn="l" defTabSz="609570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End-of-day closing and reporting – archival, incomplete return, no-shows</a:t>
            </a:r>
          </a:p>
          <a:p>
            <a:r>
              <a:rPr lang="en-US" sz="2000" dirty="0"/>
              <a:t>Audit-readiness</a:t>
            </a:r>
          </a:p>
          <a:p>
            <a:r>
              <a:rPr lang="en-US" sz="2000" dirty="0"/>
              <a:t>Taxpayer PII protection</a:t>
            </a:r>
          </a:p>
          <a:p>
            <a:r>
              <a:rPr lang="en-US" sz="2000" dirty="0"/>
              <a:t>Support for resource planning / data-driven forecasting</a:t>
            </a:r>
          </a:p>
        </p:txBody>
      </p:sp>
    </p:spTree>
    <p:extLst>
      <p:ext uri="{BB962C8B-B14F-4D97-AF65-F5344CB8AC3E}">
        <p14:creationId xmlns:p14="http://schemas.microsoft.com/office/powerpoint/2010/main" val="33035654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5D91F03-71DA-BB52-1979-5DD6DFF93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CDE55D8-BD67-967C-1FB1-48D4292C5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03C96-EC0A-4244-8A2C-14550A91AC0D}" type="slidenum">
              <a:rPr lang="en-US" smtClean="0"/>
              <a:t>3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0E7BDD4-AAB4-B076-AD86-08CFA4603E9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2BF019A-05D2-DBD1-6BEC-2C2DA94E939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4249FA40-F7F8-9822-DE59-0EA1828A4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3121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E41D2D7-DC23-8CBD-8024-A898139C782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CED4A3-C973-AB25-84DB-45AC31B30D7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A003C96-EC0A-4244-8A2C-14550A91AC0D}" type="slidenum">
              <a:rPr lang="en-US" smtClean="0"/>
              <a:t>4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CC97A9-5048-89F1-A1B6-9E9429F42D7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278833" y="1761433"/>
            <a:ext cx="9753600" cy="4587609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CE895AD-7D92-919D-3722-29A268C4F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the Activity Logging and Tracking System?</a:t>
            </a:r>
          </a:p>
        </p:txBody>
      </p:sp>
    </p:spTree>
    <p:extLst>
      <p:ext uri="{BB962C8B-B14F-4D97-AF65-F5344CB8AC3E}">
        <p14:creationId xmlns:p14="http://schemas.microsoft.com/office/powerpoint/2010/main" val="4067227585"/>
      </p:ext>
    </p:extLst>
  </p:cSld>
  <p:clrMapOvr>
    <a:masterClrMapping/>
  </p:clrMapOvr>
</p:sld>
</file>

<file path=ppt/theme/theme1.xml><?xml version="1.0" encoding="utf-8"?>
<a:theme xmlns:a="http://schemas.openxmlformats.org/drawingml/2006/main" name="AARPF PPTX Template Wid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bg1">
              <a:lumMod val="75000"/>
            </a:schemeClr>
          </a:solidFill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AARPF PPTX Template Widescreen 2022" id="{8A938362-971C-41B0-8DFB-13B244F3A86A}" vid="{89041428-498E-4A88-B68A-AB4AE9671FE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AARPF PPTX Template Widescreen 2022</Template>
  <TotalTime>3080</TotalTime>
  <Words>95</Words>
  <Application>Microsoft Office PowerPoint</Application>
  <PresentationFormat>Widescreen</PresentationFormat>
  <Paragraphs>19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Wingdings</vt:lpstr>
      <vt:lpstr>AARPF PPTX Template Wide</vt:lpstr>
      <vt:lpstr>FL5-D12 Activity Logging &amp; Tracking System</vt:lpstr>
      <vt:lpstr>Why is Activity Logging &amp; Tracking Needed?</vt:lpstr>
      <vt:lpstr>PowerPoint Presentation</vt:lpstr>
      <vt:lpstr>What is the Activity Logging and Tracking System?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Corpuz, Roman</dc:creator>
  <cp:lastModifiedBy>Alexander Parnes</cp:lastModifiedBy>
  <cp:revision>6</cp:revision>
  <dcterms:created xsi:type="dcterms:W3CDTF">2022-07-25T16:43:06Z</dcterms:created>
  <dcterms:modified xsi:type="dcterms:W3CDTF">2026-07-16T18:39:42Z</dcterms:modified>
</cp:coreProperties>
</file>